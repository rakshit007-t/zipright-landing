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097280"/>
            <a:ext cx="5029200" cy="502920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8229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ZipRIGHT</a:t>
            </a:r>
            <a:endParaRPr lang="en-US" sz="8200" dirty="0"/>
          </a:p>
        </p:txBody>
      </p:sp>
      <p:sp>
        <p:nvSpPr>
          <p:cNvPr id="5" name="Shape 2"/>
          <p:cNvSpPr/>
          <p:nvPr/>
        </p:nvSpPr>
        <p:spPr>
          <a:xfrm>
            <a:off x="3474720" y="2450592"/>
            <a:ext cx="2194560" cy="36576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578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Size Intelligence for India's Fashion E-Commerce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 Raj · Gayef Ahmed · Samad Adil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www.zipright.in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MISSION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Exist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31920" cy="169164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5720" cy="169164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Indian should shop with confidence — never returning a garment because of wrong size.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78992"/>
            <a:ext cx="3931920" cy="169164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78992"/>
            <a:ext cx="45720" cy="169164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956048" y="142646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India's first AI-native size intelligence layer — so every Indian fashion purchase is a perfect fit, from the very first order.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2651760" cy="132588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07792"/>
            <a:ext cx="2651760" cy="36576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9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Million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shoppers with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by 2028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55848" y="2907792"/>
            <a:ext cx="2651760" cy="132588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2907792"/>
            <a:ext cx="2651760" cy="36576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999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93008" y="35478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storefronts powered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ZipRIGHT intelligence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4496" y="2907792"/>
            <a:ext cx="2651760" cy="132588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2907792"/>
            <a:ext cx="2651760" cy="36576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2999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₹800 Cr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91656" y="35478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seller losses prevented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via return reduction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building the infrastructure of fit for Indian fashion — and we've already started.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Fashion Return Crisis Is Hemorrhaging Billions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804672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9903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148840" y="1517904"/>
            <a:ext cx="36576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39903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Indian fashion e-commerce orders are returned — almost always due to wrong size.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₹25,000+ crore in annual losses across Myntra, AJIO, and Amazon India.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2651760" cy="19659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04288"/>
            <a:ext cx="2651760" cy="457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Buyers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clothes online feels like gambling. Sizes are inconsistent — a 'Medium' in Levi's fits differently than in FabIndia. Customers guess, return, and lose trust.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2304288"/>
            <a:ext cx="2651760" cy="19659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2304288"/>
            <a:ext cx="265176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Sellers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276148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return costs ₹150–400 in reverse logistics. Returned inventory depreciates 60–80%. Return rates above 30% trigger platform penalties and reduced visibility.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2304288"/>
            <a:ext cx="2651760" cy="19659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2304288"/>
            <a:ext cx="26517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276148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Indian sizing exists. Western size charts don't map to Indian body types. Platforms offer no intelligent size guidance — just a static chart nobody reads.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ordered 3 sizes of the same kurta hoping one would fit. All 3 were wrong. I gave up buying clothes online." — Priya, 24, Jaipur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Link. Get Your Size. Shop Right.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product URL from Myntra / AJIO / Amazon / Flipkart. AI recommends your exact size with confidence % — across 7 platforms &amp; 18+ Indian brands.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444752"/>
            <a:ext cx="1965960" cy="33375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44752"/>
            <a:ext cx="196596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09344"/>
            <a:ext cx="640080" cy="64008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55064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Confidence Engine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0392" y="2788920"/>
            <a:ext cx="960120" cy="201168"/>
          </a:xfrm>
          <a:prstGeom prst="rect">
            <a:avLst/>
          </a:prstGeom>
          <a:solidFill>
            <a:srgbClr val="1A3A1A"/>
          </a:solidFill>
          <a:ln w="6350">
            <a:solidFill>
              <a:srgbClr val="2E6B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788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4AC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38912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deterministic + Gemini AI. 18+ Indian brand profiles. 12+ body points. Gender-aware. Returns a confident size + confidence %, not a range.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23744" y="1444752"/>
            <a:ext cx="1965960" cy="33375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23744" y="1444752"/>
            <a:ext cx="19659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82112" y="1609344"/>
            <a:ext cx="640080" cy="64008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655064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15184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Stylist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026664" y="2788920"/>
            <a:ext cx="960120" cy="201168"/>
          </a:xfrm>
          <a:prstGeom prst="rect">
            <a:avLst/>
          </a:prstGeom>
          <a:solidFill>
            <a:srgbClr val="1A3A1A"/>
          </a:solidFill>
          <a:ln w="6350">
            <a:solidFill>
              <a:srgbClr val="2E6B2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26664" y="2788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4AC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2615184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conversational stylist. Answers fit questions, suggests outfits, builds brand loyalty through personalized guidance.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700016" y="1444752"/>
            <a:ext cx="1965960" cy="33375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00016" y="1444752"/>
            <a:ext cx="19659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58384" y="1609344"/>
            <a:ext cx="640080" cy="64008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655064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91456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202936" y="2788920"/>
            <a:ext cx="960120" cy="201168"/>
          </a:xfrm>
          <a:prstGeom prst="rect">
            <a:avLst/>
          </a:prstGeom>
          <a:solidFill>
            <a:srgbClr val="1A3A1A"/>
          </a:solidFill>
          <a:ln w="6350">
            <a:solidFill>
              <a:srgbClr val="2E6B2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202936" y="2788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4AC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4791456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5-photo body capture. Creates a personal size profile so every future purchase is pre-sized — no guessing ever again.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876288" y="1444752"/>
            <a:ext cx="1965960" cy="33375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76288" y="1444752"/>
            <a:ext cx="1965960" cy="457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34656" y="1609344"/>
            <a:ext cx="640080" cy="64008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655064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67728" y="2359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Try-On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379208" y="2788920"/>
            <a:ext cx="960120" cy="201168"/>
          </a:xfrm>
          <a:prstGeom prst="rect">
            <a:avLst/>
          </a:prstGeom>
          <a:solidFill>
            <a:srgbClr val="261226"/>
          </a:solidFill>
          <a:ln w="6350">
            <a:solidFill>
              <a:srgbClr val="5A2A5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79208" y="27889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POST-SEED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6967728" y="3063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camera, see the outfit on your body in real-time 3D. Try before you buy — no guessing. FitFrame builds on this layer for influencer live sessions.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₹4.5 Lakh Crore Opportunity — And Growing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228600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594360" cy="2743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₹4,50,000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total apparel market (2025)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garment sold in India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1115568"/>
            <a:ext cx="2651760" cy="228600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1261872"/>
            <a:ext cx="594360" cy="2743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61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₹1,20,000 Cr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47288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fashion e-commerce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47288" y="2542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Myntra, AJIO, Amazon, Flipkart, Meesho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4496" y="1115568"/>
            <a:ext cx="2651760" cy="228600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1261872"/>
            <a:ext cx="594360" cy="2743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2618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45936" y="1627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₹3,600 Cr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45936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ZipRIGHT addressable by Yr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45936" y="2542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subs + buyer transactions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192024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24.2% CAGR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e-com growth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33472" y="3566160"/>
            <a:ext cx="192024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3703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724912" y="4206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in India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3566160"/>
            <a:ext cx="192024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703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30–35%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01184" y="4206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return 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86016" y="3566160"/>
            <a:ext cx="192024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77456" y="37033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₹150–400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77456" y="4206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return (seller)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Subscription Plans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Freemium-first SaaS — Free drives acquisition, paid tiers scale with brand growth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1965960" cy="352044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196596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71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₹0/mo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brand · 10 products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912" y="2432304"/>
            <a:ext cx="178308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523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Basic size recs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8620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Community support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Style circle access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funnel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23744" y="1261872"/>
            <a:ext cx="1965960" cy="352044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1261872"/>
            <a:ext cx="196596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1371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15184" y="17190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₹499/mo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15184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brands · 100 products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15184" y="2432304"/>
            <a:ext cx="178308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523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size rec + Virtual Try-On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15184" y="28620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Seller analytics dashboard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15184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Email support + ZipCoins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15184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D2C (1–3 labels)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0016" y="1261872"/>
            <a:ext cx="1965960" cy="352044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1261872"/>
            <a:ext cx="19659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1371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91456" y="17190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₹1,499/mo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91456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brands · 500 products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91456" y="2432304"/>
            <a:ext cx="178308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2523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Starter features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28620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FitFrame influencer access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1456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Priority support + storefront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91456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D2C (3–10 labels)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76288" y="1261872"/>
            <a:ext cx="1965960" cy="352044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76288" y="1261872"/>
            <a:ext cx="1965960" cy="457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1371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67728" y="17190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₹4,999/mo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67728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brands &amp; products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67728" y="2432304"/>
            <a:ext cx="178308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67728" y="25237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Growth features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67728" y="286207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Dedicated account manager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67728" y="32004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access + white-label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67728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brands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40–55 paying sellers by Month 12  ·  ₹42K+ MRR  ·  Blended gross margin: 78–82%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High-Margin Revenue Streams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ARR is the core — three scale-phase layers compound it from Month 3 onward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" cy="749808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02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90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Subscriptions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819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· ₹0–₹4,999/mo per seller · Primary ARR driver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92240" y="1527048"/>
            <a:ext cx="100584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527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635240" y="1527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78–82% margin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295144"/>
            <a:ext cx="82296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295144"/>
            <a:ext cx="45720" cy="749808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7802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2368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 on Sales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70432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of GMV on completed orders · Near-zero marginal cost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92240" y="2404872"/>
            <a:ext cx="100584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2404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635240" y="2404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 margin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3172968"/>
            <a:ext cx="82296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" y="3172968"/>
            <a:ext cx="45720" cy="749808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55848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70432" y="3246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ZipCoins Micro-tx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70432" y="3575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₹10/pack · Buyers spend on AI Stylist, avatar credits, FitFrame session unlocks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492240" y="3282696"/>
            <a:ext cx="100584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92240" y="3282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635240" y="3282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 margin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57200" y="4050792"/>
            <a:ext cx="8229600" cy="74980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7200" y="4050792"/>
            <a:ext cx="45720" cy="7498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33672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Sponsored Placements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70432" y="4453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₹2K–10K/campaign · Brands pay for featured search slots &amp; FitFrame influencer sessions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492240" y="4160520"/>
            <a:ext cx="100584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92240" y="4160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5+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7635240" y="4160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~100% margin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streams are asset-light  ·  No inventory risk  ·  Zero COGS on digital delivery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5 Months. Demo-Ready. Raising Now.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MVP: Auth · Size Engine · AI Stylist · Digital Twin · Gifting Loop · Seller Dashboard — all live in prototype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0624" y="1554480"/>
            <a:ext cx="164592" cy="16459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719072"/>
            <a:ext cx="27432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904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1490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Engine prototype · Firebase/React codebase launched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2194560"/>
            <a:ext cx="164592" cy="16459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2359152"/>
            <a:ext cx="27432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30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2" y="2130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Engine v2 · 18+ Indian brand profiles · Gender-aware sizing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2834640"/>
            <a:ext cx="164592" cy="16459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2999232"/>
            <a:ext cx="27432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706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19072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(5-photo) · AI Stylist · Swipe Feed — live in prototype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" y="3474720"/>
            <a:ext cx="164592" cy="16459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" y="3639312"/>
            <a:ext cx="27432" cy="50292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4107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19072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seller dashboard · Fashion Studio try-on · ZipCoins loyalty · Friend gifting inbox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" y="4114800"/>
            <a:ext cx="164592" cy="164592"/>
          </a:xfrm>
          <a:prstGeom prst="ellipse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0507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19072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MVP sprint · 7 platforms · Viral gifting loop + community feed 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444752"/>
            <a:ext cx="109728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6093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845552" y="1444752"/>
            <a:ext cx="109728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5552" y="160934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845552" y="21945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features live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0" y="2926080"/>
            <a:ext cx="109728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0906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583680" y="36758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profiles mapped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45552" y="2926080"/>
            <a:ext cx="1097280" cy="1280160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45552" y="309067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845552" y="36758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target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MOAT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Is Solving This For India. Specifically.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1463040"/>
                <a:gridCol w="1234440"/>
                <a:gridCol w="1463040"/>
                <a:gridCol w="12801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ZipRIGHT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85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Myntra SizeGuide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Fit (US)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Fit Finder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Try-On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India-specific sizing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8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AI + deterministic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8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C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FitFrame influencer live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8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Stylist chat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8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Digital Twin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8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C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SaaS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8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C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1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56432"/>
            <a:ext cx="8229600" cy="1508760"/>
          </a:xfrm>
          <a:prstGeom prst="rect">
            <a:avLst/>
          </a:prstGeom>
          <a:solidFill>
            <a:srgbClr val="100A10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456432"/>
            <a:ext cx="8229600" cy="36576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8587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832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Data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94360" y="416966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Indian brand size profiles built from scratch. No competitor has this corpus — and it grows with every order.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85876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99232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AI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651760" y="416966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return avoided trains our model. Data moat widens with every transaction — competitors can't buy their way in.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85876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56632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Lock-In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709160" y="416966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ZipCoins + gifting loop keep buyers engaged. Sellers can't leave without losing their full analytics history.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85876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14032" y="3840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FitFrame Flywheel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766560" y="416966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live sessions generate authentic social proof and drive orders — a distribution moat no sizing tool offers.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Sellers. Delight Buyers. Scale Through Data.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1060704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5720" cy="1060704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207008"/>
            <a:ext cx="18288" cy="8778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170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 Direct Outreach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49961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DMs on Instagram, WhatsApp fashion seller groups (350K+ members), and LinkedIn — personally by founders. Zero CAC. Conversations convert at a higher rate than any paid channel at this stage.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36208" y="1463040"/>
            <a:ext cx="2395728" cy="402336"/>
          </a:xfrm>
          <a:prstGeom prst="rect">
            <a:avLst/>
          </a:prstGeom>
          <a:solidFill>
            <a:srgbClr val="222222"/>
          </a:solidFill>
          <a:ln w="6350">
            <a:solidFill>
              <a:srgbClr val="B585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46304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5–8 free sellers onboarded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229600" cy="1060704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04288"/>
            <a:ext cx="45720" cy="1060704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591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395728"/>
            <a:ext cx="18288" cy="8778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359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Conversion + Buyer Seeding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68833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free sellers to paid tiers using return-rate ROI data. Launch micro-influencer seeding in Tier 2–3 cities for buyer-side acquisition. Activate ZipCoins referral loop and FitFrame beta sessions with select creators.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36208" y="2651760"/>
            <a:ext cx="2395728" cy="402336"/>
          </a:xfrm>
          <a:prstGeom prst="rect">
            <a:avLst/>
          </a:prstGeom>
          <a:solidFill>
            <a:srgbClr val="222222"/>
          </a:solidFill>
          <a:ln w="6350">
            <a:solidFill>
              <a:srgbClr val="C9A0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6517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15–25 paying sellers · 10K buyer signups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493008"/>
            <a:ext cx="8229600" cy="1060704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93008"/>
            <a:ext cx="45720" cy="1060704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47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13–18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83080" y="3584448"/>
            <a:ext cx="18288" cy="877824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5478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Partnerships + Organic Scale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38770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Revenue-share pilots with 2–3 mid-size D2C brands. SEO content targeting high-intent searches ('best size chart India' — 90K/mo). Gifting loop and FitFrame sessions compound organically across social platforms.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36208" y="3840480"/>
            <a:ext cx="2395728" cy="402336"/>
          </a:xfrm>
          <a:prstGeom prst="rect">
            <a:avLst/>
          </a:prstGeom>
          <a:solidFill>
            <a:srgbClr val="222222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84048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40–55 paying sellers · 50K users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channel: Founder-led B2B outreach (zero CAC)  ·  Instagram &amp; SEO activate buyer side from Month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35661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265176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25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Phase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Nov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3774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Demo-ready MVP public launch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Android app on Play Store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7-platform URL parsing live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36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Size Engine v3 (Firestore-backed)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 dashboard analytics v1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1115568"/>
            <a:ext cx="2651760" cy="35661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115568"/>
            <a:ext cx="26517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225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Phase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93008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 – Jun 2027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1828800"/>
            <a:ext cx="23774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FitFrame: influencer live try-on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3008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Model Generator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93008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 API integrations (5 brands)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3236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ZipCoins v2 + referral loop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93008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50K buyers milestone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54496" y="1115568"/>
            <a:ext cx="2651760" cy="356616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115568"/>
            <a:ext cx="2651760" cy="457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12252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Phase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1656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2027+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91656" y="1828800"/>
            <a:ext cx="23774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Series A readiness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91656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Pan-India platform integrations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91656" y="2798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ML-driven demand forecasting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91656" y="3236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WhiteLabel SaaS for marketplaces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91656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B2B2C licensing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Month 22  ·  Series A readiness at Month 30  ·  FitFrame ships post-seed as Growth plan feature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Builder's Team — Shipping, Not Pitching.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2651760" cy="361188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15568"/>
            <a:ext cx="265176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298448"/>
            <a:ext cx="960120" cy="96012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B585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98448"/>
            <a:ext cx="960120" cy="9601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Rakshit Raj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" y="27066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5840" y="2980944"/>
            <a:ext cx="132588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B585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9809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equity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84632" y="329184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founder from Patna. Built the entire ZipRIGHT codebase — React, Firebase, Gemini AI, Size Engine, Digital Twin, and Seller Dashboard. Deep product instinct + hands-on engineering execution.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38912" y="44074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Engineering · Strategy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91840" y="1115568"/>
            <a:ext cx="2651760" cy="361188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91840" y="1115568"/>
            <a:ext cx="26517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3088" y="1298448"/>
            <a:ext cx="960120" cy="96012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C9A06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298448"/>
            <a:ext cx="960120" cy="960120"/>
          </a:xfrm>
          <a:prstGeom prst="ellipse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Gayef Ahmed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83280" y="27066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950208" y="2980944"/>
            <a:ext cx="132588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C9A0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950208" y="29809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 equity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429000" y="329184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operational and business development capabilities. Key partner in validating seller-side pain points and go-to-market planning. Drives B2B outreach and partnership negotiations.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383280" y="44074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BD · GTM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236208" y="1115568"/>
            <a:ext cx="2651760" cy="361188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36208" y="1115568"/>
            <a:ext cx="2651760" cy="457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077456" y="1298448"/>
            <a:ext cx="960120" cy="96012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8B5E3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298448"/>
            <a:ext cx="960120" cy="960120"/>
          </a:xfrm>
          <a:prstGeom prst="ellipse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27648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Samad Adil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327648" y="27066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894576" y="2980944"/>
            <a:ext cx="1325880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894576" y="29809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 equity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373368" y="329184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market research, community building, and seller outreach in the Punjab/UP market. Deep understanding of Tier 2–3 city fashion commerce dynamics and buyer behavior.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6327648" y="44074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· Community · Sales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seeking: ML Engineer + Fashion Industry Advisor — post-seed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Path to ₹8.4 Crore ARR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233172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265176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25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₹50L–₹72L ARR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 sellers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 D2C brands — Starter plan dominant. Avg ₹999/mo.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1115568"/>
            <a:ext cx="2651760" cy="233172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1115568"/>
            <a:ext cx="2651760" cy="45720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225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1572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₹2Cr–₹2.75Cr ARR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93008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120–160 sellers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23957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 conversions. Blended ARPU rises to ₹1,600/mo.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4496" y="1115568"/>
            <a:ext cx="2651760" cy="2331720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115568"/>
            <a:ext cx="2651760" cy="457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225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1572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₹6.1Cr–₹8.4Cr ARR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91656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280–380 sellers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91656" y="239572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Growth dominant. FitFrame &amp; platform effects compound ARPU to ₹2,000/mo.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920240" cy="1261872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22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2611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post-seed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33472" y="3657600"/>
            <a:ext cx="1920240" cy="1261872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3767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78–82%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24912" y="42611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3657600"/>
            <a:ext cx="1920240" cy="1261872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767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Near-zero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01184" y="42611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burn (no salaries)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86016" y="3657600"/>
            <a:ext cx="1920240" cy="1261872"/>
          </a:xfrm>
          <a:prstGeom prst="rect">
            <a:avLst/>
          </a:prstGeom>
          <a:solidFill>
            <a:srgbClr val="222222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77456" y="3767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77456" y="426110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(35–40 sellers)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₹13.5 Lakhs Seed Round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749808"/>
          </a:xfrm>
          <a:prstGeom prst="rect">
            <a:avLst/>
          </a:prstGeom>
          <a:solidFill>
            <a:srgbClr val="181800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8229600" cy="45720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₹13.5 Lakhs Seed Round  ·  10% Equity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8229600" cy="56692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29968"/>
            <a:ext cx="45720" cy="566928"/>
          </a:xfrm>
          <a:prstGeom prst="rect">
            <a:avLst/>
          </a:prstGeom>
          <a:solidFill>
            <a:srgbClr val="B5853F"/>
          </a:solidFill>
          <a:ln w="12700">
            <a:solidFill>
              <a:srgbClr val="B58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8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· ₹5L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2121408"/>
            <a:ext cx="18288" cy="3840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3500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 R&amp;D, AI Stylist improvements, FitFrame infrastructure, app store fees, cloud infra, developer tools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C9A06C"/>
          </a:solidFill>
          <a:ln w="12700">
            <a:solidFill>
              <a:srgbClr val="C9A0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523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· ₹4.5L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2788920"/>
            <a:ext cx="18288" cy="3840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0175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 outreach, Instagram/LinkedIn campaigns, seller onboarding demos, FitFrame influencer pilot sessions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8229600" cy="56692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64992"/>
            <a:ext cx="45720" cy="56692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198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 · ₹2.5L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40280" y="3456432"/>
            <a:ext cx="18288" cy="3840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6850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review, CA/compliance, cyber insurance, platform pen test, domain, tooling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032504"/>
            <a:ext cx="8229600" cy="566928"/>
          </a:xfrm>
          <a:prstGeom prst="rect">
            <a:avLst/>
          </a:prstGeom>
          <a:solidFill>
            <a:srgbClr val="181818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32504"/>
            <a:ext cx="45720" cy="5669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87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 · ₹1.5L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40280" y="4123944"/>
            <a:ext cx="18288" cy="38404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Founders' Stipend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435254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₹10K/month each × 5 months — minimum operational. Suspended if MRR &lt; ₹30K/month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700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8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FUNDING: Demo-ready MVP (May 2026) → 50 paying sellers (Month 6) → Android launch (Month 9) → 50K users + FitFrame beta + 5 brand APIs (Month 12) → ₹24L ARR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ZipRIGHT Seed Pitch Deck</dc:title>
  <dc:subject>PptxGenJS Presentation</dc:subject>
  <dc:creator>PptxGenJS</dc:creator>
  <cp:lastModifiedBy>PptxGenJS</cp:lastModifiedBy>
  <cp:revision>1</cp:revision>
  <dcterms:created xsi:type="dcterms:W3CDTF">2026-04-30T21:12:14Z</dcterms:created>
  <dcterms:modified xsi:type="dcterms:W3CDTF">2026-04-30T21:12:14Z</dcterms:modified>
</cp:coreProperties>
</file>